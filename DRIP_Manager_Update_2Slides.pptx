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talking points: We've replaced scattered tools with one system, loaded and organised 8,000+ real contacts, and roughly 80% of the planned functionality already works today. Emphasise the AI 'next best action' suggestions and the fact that security/compliance were built in from the start, not bolted on. Close by saying: this is real, working software today, not a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talking points: Walk through the table top to bottom — server hosting, real email sending, verified contact data, and legal sign-off. For each, stress that the engineering is already done; what's needed is a decision, a purchase, or someone's sign-off, not more development time. Close with the reassurance line: nothing here is an unsolved technical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UPDATE · 2-SLIDE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85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60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DRIP Platform — Where We Stand Today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515258" cy="141732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17320"/>
            <a:ext cx="3515258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324093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324093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planned system is built and working today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38218" y="1417320"/>
            <a:ext cx="3515258" cy="141732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9" name="Shape 7"/>
          <p:cNvSpPr/>
          <p:nvPr/>
        </p:nvSpPr>
        <p:spPr>
          <a:xfrm>
            <a:off x="4338218" y="1417320"/>
            <a:ext cx="3515258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4475378" y="1554480"/>
            <a:ext cx="324093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8,000+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475378" y="2148840"/>
            <a:ext cx="324093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bank contacts already loaded, organised, and scored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73517" y="1417320"/>
            <a:ext cx="3515258" cy="141732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13" name="Shape 11"/>
          <p:cNvSpPr/>
          <p:nvPr/>
        </p:nvSpPr>
        <p:spPr>
          <a:xfrm>
            <a:off x="8173517" y="1417320"/>
            <a:ext cx="3515258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8310677" y="1554480"/>
            <a:ext cx="324093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310677" y="2148840"/>
            <a:ext cx="324093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system — replacing scattered spreadsheets and disconnected tools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191256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758952" y="3054096"/>
            <a:ext cx="509000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for everything.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58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bank, every contact, every past conversation, and every deal now lives in one system — not scattered across spreadsheets, inboxes, and people's memories.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4242816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" y="4105656"/>
            <a:ext cx="509000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can see the whole picture.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58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 bank, we can now see who the decision-makers are, what's been said to them, and what's happening at their organisation — all on one screen.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5294376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758952" y="5157216"/>
            <a:ext cx="509000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watches the news for us.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58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automatically picks up relevant news and regulatory updates about our target banks, so the team can react same-day instead of finding out weeks later.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324448" y="3191256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3" name="Text 21"/>
          <p:cNvSpPr/>
          <p:nvPr/>
        </p:nvSpPr>
        <p:spPr>
          <a:xfrm>
            <a:off x="6580480" y="3054096"/>
            <a:ext cx="509000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suggestions, not guesswork.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58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assistant suggests who to contact next and why, with its reasoning shown clearly, instead of the team relying on memory or gut feel.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24448" y="4242816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5" name="Text 23"/>
          <p:cNvSpPr/>
          <p:nvPr/>
        </p:nvSpPr>
        <p:spPr>
          <a:xfrm>
            <a:off x="6580480" y="4105656"/>
            <a:ext cx="509000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safely, from day one.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58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protection, secure logins, and a full history of every change are already built in — this isn't an afterthought bolted on later.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324448" y="5294376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7" name="Text 25"/>
          <p:cNvSpPr/>
          <p:nvPr/>
        </p:nvSpPr>
        <p:spPr>
          <a:xfrm>
            <a:off x="6580480" y="5157216"/>
            <a:ext cx="509000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documented.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58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138-page handbook now exists explaining exactly what the system does, so anyone on the team — technical or not — can understand it.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02920" y="6528816"/>
            <a:ext cx="106372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8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DRIP Platform — Manager Update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UPDATE · 2-SLIDE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85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60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Slowing Us Down — and How We Fix It</a:t>
            </a:r>
            <a:endParaRPr lang="en-US" sz="2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11185855" cy="914400"/>
        </p:xfrm>
        <a:graphic>
          <a:graphicData uri="http://schemas.openxmlformats.org/drawingml/2006/table">
            <a:tbl>
              <a:tblPr/>
              <a:tblGrid>
                <a:gridCol w="2684605"/>
                <a:gridCol w="3132039"/>
                <a:gridCol w="3579474"/>
                <a:gridCol w="1789737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Bottleneck (in plain terms)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we fix 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Roughly how long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3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1A20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yet running on a proper always-on server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now it only runs on one laptop — the team can't rely on it every day, from anywhere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it to a proper hosted server. The setup work is already done and ready to go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few days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1A20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Can't send real emails to banks yet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safety switch is deliberately turned off so nothing gets sent by mistake before we're ready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 a real email-sending service and let it build trust with email providers ('warm up') before full use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2 weeks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1A20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 data hasn't been independently verified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trust our own research, but it hasn't been double-checked against a paid verification service yet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Subscribe to one contact-verification service and connect it — the technical work to plug it in is already built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1 week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1A20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Data-privacy legal sign-off is still pending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Saudi data-protection rules need a lawyer's formal approval before we rely on this for real client data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it reviewed and signed off by legal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 on legal's availability, not on us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937760"/>
            <a:ext cx="11185855" cy="141732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5065776"/>
            <a:ext cx="10637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important part: none of these are unsolved problems.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77240" y="5413248"/>
            <a:ext cx="10637215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item above is a decision, a purchase, or a sign-off away — not a technical unknown. The hard engineering work behind each one is already done and tested. What's left is switching things on.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6528816"/>
            <a:ext cx="106372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8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DRIP Platform — Manager Update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DRIP Platform — Manager Update</dc:title>
  <dc:subject>PptxGenJS Presentation</dc:subject>
  <dc:creator>DRIP Platform</dc:creator>
  <cp:lastModifiedBy>DRIP Platform</cp:lastModifiedBy>
  <cp:revision>1</cp:revision>
  <dcterms:created xsi:type="dcterms:W3CDTF">2026-07-21T09:22:29Z</dcterms:created>
  <dcterms:modified xsi:type="dcterms:W3CDTF">2026-07-21T09:22:29Z</dcterms:modified>
</cp:coreProperties>
</file>