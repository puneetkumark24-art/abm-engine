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talking points: DRIP is genuinely ahead where sales into Saudi banks actually happens — buying committees, relationships, KSA-awareness. HubSpot is ahead everywhere that makes software feel finished: builders, marketplace, mobile, and a decade of trust. Frame the gaps honestly: those are product-polish gaps, not intelligence gaps, and most would only matter if we were selling DRIP as a product rather than using it as our own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talking points: The honest framing is 'engine built, key not turned'. Our consent safety and visible A/B math are genuinely stronger than Mailchimp's. But they have sent billions of emails and we have sent zero — so the sending row and everything downstream of it (reports, benchmarks) is where the gap is real. The fix for the biggest gap is on the previous deck: buy the domain and email service, then warm up for two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 · SLIDE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DRIP vs HubSpot — Sales &amp; CRM Side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1901595"/>
                <a:gridCol w="3691332"/>
                <a:gridCol w="4026908"/>
                <a:gridCol w="1566020"/>
              </a:tblGrid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DRIP today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 &amp; companies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Mature, polished, works for any industry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8,000+ real bank contacts with bank-specific detail HubSpot has no fields for (committee roles, Saudi taxonomy, Arabic names)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 PARITY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Buying committees &amp; relationships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'contact belongs to company' links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committee per product per bank — decision maker, champion, blocker — plus who-knows-whom relationship mapping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WE'RE AHEAD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D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drag-and-drop board, forecasting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deal board with stages and SAR totals — simpler, but functional today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 PARITY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Saudi-market awareness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no Sunday-Thursday week, no Ramadan, no Arabic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from day 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WE'RE AHEAD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D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Drag-and-drop builders (emails, forms, reports)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class — anyone can build without a developer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None. Our screens are fixed; changes need a developer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LACK THIS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Ready-made integrations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1,500+ app marketplace (Gmail, WhatsApp, Zoom...)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yet — each connection must be built by hand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LACK THIS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iPhone/Android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browser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LACK THIS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reliability &amp;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decade of uptime, support team, certifications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one laptop; no track record yet, no support org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LACK THIS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440680"/>
            <a:ext cx="11185855" cy="9144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51383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line: our data model understands banking sales better than HubSpot — but HubSpot is a finished product and ours is not yet.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5824728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lack vs HubSpot today: drag-and-drop builders, an integrations marketplace, a mobile app, and a reliability track record. What we'll never sensibly chase: their 1,500-app ecosystem and per-seat pricing model — we win by being deeper on banking, not broader.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10637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vs HubSpot &amp; Mailchimp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 · SLIDE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DRIP vs Mailchimp — Marketing &amp; Email Side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1901595"/>
                <a:gridCol w="3691332"/>
                <a:gridCol w="4026908"/>
                <a:gridCol w="1566020"/>
              </a:tblGrid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Mailchimp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DRIP today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Audiences &amp; segments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lists and filters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— including live self-updating segments (e.g. 'Tier-1 contacts at banks with recent news')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 PARITY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Unsubscribe &amp; consent safety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once, at sending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twice — at enrolment AND at sending; one reply pauses outreach to the whole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WE'RE AHEAD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D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Declares a winner; math hidden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statistical test with the math visible and auditable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WE'RE AHEAD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D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journeys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templates (welcome series, reminders)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Sequences + journeys + an AI engine that picks the next step per person — more flexible on paper, less proven in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 PARITY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Drag-and-drop email designer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class, with a big template gallery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emails come from code templates; no visual editor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LACK THIS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Actually sending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billions daily; decades of sender reputation with Gmail/Outlook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send a single real email yet — safety-locked until we buy a domain + email service and warm it up (~2 weeks)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LACK THIS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Send-time optimisation &amp; benchmarks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from billions of sends ('your open rate vs industry')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for us to replicate — that data only exists because of their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A90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OUR FIGHT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2"/>
                    </a:solidFill>
                  </a:tcPr>
                </a:tc>
              </a:tr>
              <a:tr h="450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0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Opens, clicks, industry comparisons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8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Opens/clicks/CTR built and ready — but with zero real sends so far, all dashboards read 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657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 PARITY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440680"/>
            <a:ext cx="11185855" cy="9144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513832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line: we built Mailchimp's engine, but we haven't turned the key — no real email has ever been sent.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5824728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lack vs Mailchimp today: the visual email designer, real sending infrastructure (a purchase + 2-week warm-up away), and their scale-derived extras (send-time AI, industry benchmarks) which no self-built system can ever copy. The pipeline underneath — segments, consent safety, A/B, tracking — is genuinely at or above their level, on paper.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106372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vs HubSpot &amp; Mailchimp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DRIP vs HubSpot &amp; Mailchimp — 2-Slide Comparison</dc:title>
  <dc:subject>PptxGenJS Presentation</dc:subject>
  <dc:creator>DRIP Platform</dc:creator>
  <cp:lastModifiedBy>DRIP Platform</cp:lastModifiedBy>
  <cp:revision>1</cp:revision>
  <dcterms:created xsi:type="dcterms:W3CDTF">2026-07-21T10:52:28Z</dcterms:created>
  <dcterms:modified xsi:type="dcterms:W3CDTF">2026-07-21T10:52:28Z</dcterms:modified>
</cp:coreProperties>
</file>