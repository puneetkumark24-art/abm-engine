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talking points: Left side is only what was checked live against the running system this week — one unified system, 8,000+ organised contacts, per-bank pages with working upload/export, the deal board, automatic news watching, and global search. Right side is the honest 'not yet' list: no real emails (safety-locked), AI on placeholder answers until a subscription exists, unverified contact data, one-laptop hosting, silent screen failures (~30 spots, 1 fixed), and no real team usage yet. The message: strong, real foundation — not yet an everyday operational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talking points: Walk the table using the colour tags — green WE FIX IT (in-house, days), blue MUST BUY (server, email domain, AI subscription, data verification — each activates almost immediately because the engineering is done), amber PERMISSION (lawyer for PDPL, auditors for certificates), red TAKES TIME (real team usage and email warm-up cannot be compressed). Close on the bottom band: a purchase, a permission, a small fix, or time — and a measurable definition of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SUMMARY · SLIDE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DRIP Platform — What We Have Actually Built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410048" cy="457200"/>
          </a:xfrm>
          <a:prstGeom prst="rect">
            <a:avLst/>
          </a:prstGeom>
          <a:solidFill>
            <a:srgbClr val="E7F6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WORKING TODAY (checked live this week)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01952"/>
            <a:ext cx="91440" cy="9144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5135728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the whole business.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contacts, deals, news, and campaigns in one place with one login — no more scattered spreadsheets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502920" y="2648712"/>
            <a:ext cx="91440" cy="9144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29840"/>
            <a:ext cx="5135728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 real bank contacts.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Loaded, organised by bank, ranked by priority, with each contact's LinkedIn / email / phone / WhatsApp progress tracked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502920" y="3395472"/>
            <a:ext cx="91440" cy="9144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76600"/>
            <a:ext cx="5135728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for every bank.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people, decision-makers, news, deals, and documents on one screen — with Excel upload and export buttons that work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502920" y="4142232"/>
            <a:ext cx="91440" cy="9144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5135728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deal board.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deal by stage with values in SAR — drag a deal to move it forward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502920" y="4888992"/>
            <a:ext cx="91440" cy="9144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770120"/>
            <a:ext cx="5135728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news watching.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checks Saudi business &amp; regulator news on a timer and attaches stories to the right bank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502920" y="5635752"/>
            <a:ext cx="91440" cy="9144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516880"/>
            <a:ext cx="5135728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search over everything.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 box finds any bank, person, deal, or news item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278728" y="1234440"/>
            <a:ext cx="5410048" cy="457200"/>
          </a:xfrm>
          <a:prstGeom prst="rect">
            <a:avLst/>
          </a:prstGeom>
          <a:solidFill>
            <a:srgbClr val="FBEEDC"/>
          </a:solidFill>
          <a:ln/>
        </p:spPr>
      </p:sp>
      <p:sp>
        <p:nvSpPr>
          <p:cNvPr id="19" name="Text 17"/>
          <p:cNvSpPr/>
          <p:nvPr/>
        </p:nvSpPr>
        <p:spPr>
          <a:xfrm>
            <a:off x="6415888" y="123444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NOT YET — being honest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78728" y="1901952"/>
            <a:ext cx="91440" cy="91440"/>
          </a:xfrm>
          <a:prstGeom prst="ellipse">
            <a:avLst/>
          </a:prstGeom>
          <a:solidFill>
            <a:srgbClr val="C2760C"/>
          </a:solidFill>
          <a:ln/>
        </p:spPr>
      </p:sp>
      <p:sp>
        <p:nvSpPr>
          <p:cNvPr id="21" name="Text 19"/>
          <p:cNvSpPr/>
          <p:nvPr/>
        </p:nvSpPr>
        <p:spPr>
          <a:xfrm>
            <a:off x="6507328" y="1783080"/>
            <a:ext cx="5135728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send real emails yet.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is safety-locked until we buy an email service and our own sending domain — nothing can go out by accident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278728" y="2648712"/>
            <a:ext cx="91440" cy="91440"/>
          </a:xfrm>
          <a:prstGeom prst="ellipse">
            <a:avLst/>
          </a:prstGeom>
          <a:solidFill>
            <a:srgbClr val="C2760C"/>
          </a:solidFill>
          <a:ln/>
        </p:spPr>
      </p:sp>
      <p:sp>
        <p:nvSpPr>
          <p:cNvPr id="23" name="Text 21"/>
          <p:cNvSpPr/>
          <p:nvPr/>
        </p:nvSpPr>
        <p:spPr>
          <a:xfrm>
            <a:off x="6507328" y="2529840"/>
            <a:ext cx="5135728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gives placeholder answers, not real ones.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wiring is done, but without a paid AI subscription it returns a labelled test response (verified this week)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278728" y="3395472"/>
            <a:ext cx="91440" cy="91440"/>
          </a:xfrm>
          <a:prstGeom prst="ellipse">
            <a:avLst/>
          </a:prstGeom>
          <a:solidFill>
            <a:srgbClr val="C2760C"/>
          </a:solidFill>
          <a:ln/>
        </p:spPr>
      </p:sp>
      <p:sp>
        <p:nvSpPr>
          <p:cNvPr id="25" name="Text 23"/>
          <p:cNvSpPr/>
          <p:nvPr/>
        </p:nvSpPr>
        <p:spPr>
          <a:xfrm>
            <a:off x="6507328" y="3276600"/>
            <a:ext cx="5135728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data not independently verified.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research is real, but most emails are still marked 'unverified' — a paid verification service closes this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278728" y="4142232"/>
            <a:ext cx="91440" cy="91440"/>
          </a:xfrm>
          <a:prstGeom prst="ellipse">
            <a:avLst/>
          </a:prstGeom>
          <a:solidFill>
            <a:srgbClr val="C2760C"/>
          </a:solidFill>
          <a:ln/>
        </p:spPr>
      </p:sp>
      <p:sp>
        <p:nvSpPr>
          <p:cNvPr id="27" name="Text 25"/>
          <p:cNvSpPr/>
          <p:nvPr/>
        </p:nvSpPr>
        <p:spPr>
          <a:xfrm>
            <a:off x="6507328" y="4023360"/>
            <a:ext cx="5135728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one laptop only.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laptop is off, the platform is off. It has never been used by more than one person at once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6278728" y="4888992"/>
            <a:ext cx="91440" cy="91440"/>
          </a:xfrm>
          <a:prstGeom prst="ellipse">
            <a:avLst/>
          </a:prstGeom>
          <a:solidFill>
            <a:srgbClr val="C2760C"/>
          </a:solidFill>
          <a:ln/>
        </p:spPr>
      </p:sp>
      <p:sp>
        <p:nvSpPr>
          <p:cNvPr id="29" name="Text 27"/>
          <p:cNvSpPr/>
          <p:nvPr/>
        </p:nvSpPr>
        <p:spPr>
          <a:xfrm>
            <a:off x="6507328" y="4770120"/>
            <a:ext cx="5135728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screens fail silently.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'banks stuck on loading' was a sign-in issue the screen didn't explain — ~30 similar spots exist, 1 fixed so far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278728" y="5635752"/>
            <a:ext cx="91440" cy="91440"/>
          </a:xfrm>
          <a:prstGeom prst="ellipse">
            <a:avLst/>
          </a:prstGeom>
          <a:solidFill>
            <a:srgbClr val="C2760C"/>
          </a:solidFill>
          <a:ln/>
        </p:spPr>
      </p:sp>
      <p:sp>
        <p:nvSpPr>
          <p:cNvPr id="31" name="Text 29"/>
          <p:cNvSpPr/>
          <p:nvPr/>
        </p:nvSpPr>
        <p:spPr>
          <a:xfrm>
            <a:off x="6507328" y="5516880"/>
            <a:ext cx="5135728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by machines, not yet by the team.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automated checks pass, but real daily use by the whole team hasn't started — that's the true test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502920" y="6528816"/>
            <a:ext cx="106372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Platform — Manager Summary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SUMMARY · SLIDE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Bottlenecks — and Exactly What Clears Each One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85855" cy="914400"/>
        </p:xfrm>
        <a:graphic>
          <a:graphicData uri="http://schemas.openxmlformats.org/drawingml/2006/table">
            <a:tbl>
              <a:tblPr/>
              <a:tblGrid>
                <a:gridCol w="1789737"/>
                <a:gridCol w="1118586"/>
                <a:gridCol w="4921776"/>
                <a:gridCol w="3355757"/>
              </a:tblGrid>
              <a:tr h="50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Bottleneck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plain words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clears it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3"/>
                    </a:solidFill>
                  </a:tcPr>
                </a:tc>
              </a:tr>
              <a:tr h="50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always-on server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b="1" dirty="0">
                          <a:solidFill>
                            <a:srgbClr val="265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BUY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lives on one laptop; a real server must be rented from a hosting company — no code can change that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hosting account (~days) — deployment package is ready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email sending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b="1" dirty="0">
                          <a:solidFill>
                            <a:srgbClr val="265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BUY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providers only trust mail from a registered domain that has earned a reputation by sending gradually over ~2 weeks — trust is earned with time, not built with code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 domain + email service, then a 2-week 'warm-up'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0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AI answers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b="1" dirty="0">
                          <a:solidFill>
                            <a:srgbClr val="265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BUY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intelligence runs on paid services (Anthropic/OpenAI/Google); our wiring is complete and switches on instantly with a key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paid AI subscription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contact data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b="1" dirty="0">
                          <a:solidFill>
                            <a:srgbClr val="265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BUY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emails/phones are the private product of companies like Apollo &amp; Lusha — it can only be bought, not scraped legally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data subscription + ~1 week to connect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0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screen failures &amp; polish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FIX IT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30 places where a failed request shows nothing instead of a clear message — this caused the 'stuck loading' this week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fix: 2-3 days sweep, no purchases needed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&amp; compliance sign-offs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b="1" dirty="0">
                          <a:solidFill>
                            <a:srgbClr val="C276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data-protection (PDPL) needs a lawyer's certification; bank-grade security certificates need external auditors — good code alone cannot grant either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review now; audits later when banks require them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0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it works as a team tool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 TIME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Passing automated tests is not the same as the whole team relying on it daily — only real usage proves that, and time can't be compressed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Deploy, then 2 weeks of full-team daily use with faults logged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440680"/>
            <a:ext cx="11185855" cy="9144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513832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line: nothing here is an unsolved technical problem.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5824728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bottleneck needs one of four things: a small in-house fix, a purchase, a permission, or time. Once the server, email service, AI subscription, and data verification are in place, 'done' will be measurable: the whole team using it daily for two weeks, one real campaign sent, and zero screens that fail silently.</a:t>
            </a:r>
            <a:endParaRPr lang="en-US" sz="103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106372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Platform — Manager Summary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DRIP Platform — 2-Slide Manager Summary</dc:title>
  <dc:subject>PptxGenJS Presentation</dc:subject>
  <dc:creator>DRIP Platform</dc:creator>
  <cp:lastModifiedBy>DRIP Platform</cp:lastModifiedBy>
  <cp:revision>1</cp:revision>
  <dcterms:created xsi:type="dcterms:W3CDTF">2026-07-21T10:46:32Z</dcterms:created>
  <dcterms:modified xsi:type="dcterms:W3CDTF">2026-07-21T10:46:32Z</dcterms:modified>
</cp:coreProperties>
</file>